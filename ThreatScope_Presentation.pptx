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06B6D4"/>
                </a:solidFill>
              </a:defRPr>
            </a:pPr>
            <a:r>
              <a:t>THREATSCOPE</a:t>
            </a:r>
          </a:p>
          <a:p>
            <a:pPr>
              <a:spcAft>
                <a:spcPts val="1600"/>
              </a:spcAft>
              <a:defRPr sz="2200" b="1">
                <a:solidFill>
                  <a:srgbClr val="F8FAFC"/>
                </a:solidFill>
              </a:defRPr>
            </a:pPr>
            <a:r>
              <a:t>Machine Learning-Based Behavioral Anomaly Detection for Cybersecurity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An End-to-End Unsupervised Network Flow Intrusion Detection Platform using Pure Isolation Forest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57200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0B981"/>
                </a:solidFill>
              </a:defRPr>
            </a:pPr>
            <a:r>
              <a:t>Technology Stack: Python 3.11 | FastAPI | Scikit-Learn | React 19 | TypeScript | Vite | SQLite</a:t>
            </a:r>
          </a:p>
          <a:p>
            <a:pPr>
              <a:spcAft>
                <a:spcPts val="600"/>
              </a:spcAft>
              <a:defRPr sz="1100">
                <a:solidFill>
                  <a:srgbClr val="06B6D4"/>
                </a:solidFill>
              </a:defRPr>
            </a:pPr>
            <a:r>
              <a:t>Project Codebase: https://github.com/sanjai-17/ThreatScope-Machine-Learning-Based-Behavioral-Anomaly-Detection-for-Cybersecurity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Department of Computer Science &amp; Engineering • Academic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Problem Statement &amp; Cybersecurity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1. Limits of Signature-Based IDS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Traditional tools (Snort, Suricata) rely on fixed signature databases.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Blind to zero-day exploits, novel malware variants, and encrypted payload evasions.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High maintenance overhead keeping signature rules continuously updated.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Pitfalls of Supervised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Requires millions of explicitly labeled attack flows (rare in real environments).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Severe class imbalance: attacks represent &lt;1% of normal network traffic.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Overfits to known attack signatures; fails to generalize to unseen intrusion vectors.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The ThreatScope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Unsupervised behavioral anomaly detection: learns the baseline manifold of normal network traffic.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Uses pure Isolation Forest to isolate anomalous flows based on feature space deviations.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Zero-leakage pipeline: evaluates on strictly held-out ground truth data without fabrication.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Frontend SOC Portal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011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React 19 &amp; TypeScript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Vite 6 Bundler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Tailwind CSS Cyber UI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Recharts Interactive Visuals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8 Specialized Views: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Dashboard &amp; Status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Dataset Quality Profiler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Model Training Engine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Verified Evaluation View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Live Anomaly Scoring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Threshold Research Lab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Versioned History Audit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Diagnostics &amp; Settings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1828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FastAPI Async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2240280"/>
            <a:ext cx="2011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High-performance REST API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Python 3.11 Runtime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Uvicorn ASGI Server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Structured Endpoint Routing: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/api/datasets/*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/api/model/*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/api/evaluation/*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/api/detection/*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/api/experiment/*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CORS enabled for Vite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Swagger Docs (/docs)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ML &amp; Preprocessing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40280"/>
            <a:ext cx="2011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Pure Isolation Forest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Zero Pretrained Models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Scikit-Learn Ensemble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Leak-Free Preprocessor: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Median NaN imputation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Infinite value sanitizing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Zero-variance pruning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StandardScaler scaling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Fitted on Train ONLY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Frozen for Test &amp;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645920"/>
            <a:ext cx="2359152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828800"/>
            <a:ext cx="19019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Storage &amp;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240280"/>
            <a:ext cx="19019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SQLite Database: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threatscope.db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Dataset metadata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Model version logs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Evaluation records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Detection batch history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Joblib Persistence: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Versioned model artifacts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Frozen preprocessor states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CSV Export Streaming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Data Engineering &amp; Strict Leakage Prevention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Cybersecurity Flow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Supports standard benchmark network traffic captures: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CIC-IDS2017 (Canadian Institute for Cybersecurity)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UNSW-NB15 (Cyber Range Lab, ACCS)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Key flow features ingested: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Flow Duration (microsec)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Fwd / Bwd Packet Counts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Flow Bytes/s &amp; Packets/s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Packet Length Mean / Std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TCP SYN &amp; ACK Flag Counts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Down / Up Volume Ratio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Pre-packaged with 4 realistic flow sets in sample_data/.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Robust Preprocessing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Sanitization Protocol: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1. Infinite Values: Converts +inf and -inf to NaN; imputes with medians.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2. Missing Data: Imputes missing numerical cells using training median.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3. Constant Features: Detects and drops zero-variance columns.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4. Standardization: Fits StandardScaler on active numerical features.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Zero Data Discarding: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Reports exact record and column transformation counts transparently.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Strict Leak-Free Contract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Fitted on Training Data ONLY: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All imputation medians and scaling parameters (mean, std) are computed strictly from training flows.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No Test Leakage: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Validation and test sets are transformed using the frozen preprocessor state.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Target Column Isolation: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Target labels (e.g. 'Label', 'attack_cat') are strictly excluded from model input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Machine Learning Algorithm: Pure Isolation Forest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How Isolation Forest Works in Network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Core Principle: Anomalies are 'few and different'.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Isolation Mechanism: Partitions data randomly by choosing a feature and a random split value between its min and max.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Tree Depth as Anomaly Proxy: Anomalous network flows require very few recursive splits to isolate near the root of the trees.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Normal flows travel significantly deeper into the tree.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Linear Time Complexity: O(n) scaling allows sub-second training and live packet stream scoring.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Strict Requirement: Pure Isolation Forest only. No XGBoost, SVM, Random Forest, or neural nets.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Continuous Scoring &amp; Threshold Formulation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Continuous Anomaly Score: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Score = -decision_function(X)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Higher positive values indicate severe behavioral deviation from the normal baseline traffic.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Standard Decision Boundary (0.0):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Scores &gt; 0.0 are classified as Anomalous (Attack); scores &lt;= 0.0 as Normal (Benign).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Configurable Hyperparameters: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n_estimators: Number of isolation trees (default: 100)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contamination: Expected outlier ratio (default: 0.05)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random_state: Reproducible seed (default: 42)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Joblib Persistence: Model serialized alongside its preprocessor artifact.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Verified Model Evaluation &amp; Metric Formulas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Zero-Fabrication Evaluation Formulas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All metrics are calculated live on held-out test data (never training data):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Accuracy = (TP + TN) / (TP + TN + FP + FN) × 100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Precision = TP / (TP + FP)  [Purity of anomaly alerts]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Recall = TP / (TP + FN)  [Actual intrusions detected]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F1-Score = 2 × (Precision × Recall) / (Precision + Recall)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False-Positive Rate = FP / (FP + TN)  [Critical for SOC alert fatigue]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Division-by-Zero Safety: Handles zero-denominator cases gracefully (returns 0.0, never crashes).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Explicit Label Mapping: Converts raw labels (BENIGN, DoS, PortScan, Bot) into binary targets (Normal=0, Attack=1).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2x2 Security Confusion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Interactive Matrix Layout in ThreatScope: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┌───────────────────────┬───────────────────────┐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│ True Negative (TN)    │ False Positive (FP)   │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│ Normal correctly      │ Normal wrongly        │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│ identified as Normal  │ flagged as Attack     │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├───────────────────────┼───────────────────────┤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│ False Negative (FN)   │ True Positive (TP)    │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│ Attack missed,        │ Attack correctly      │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│ passed as Normal      │ detected as Anomaly   │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└───────────────────────┴───────────────────────┘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Verified against hand-solved ground truth vectors in unit tests.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Research Experiment: Adaptive vs. Fixed Threshold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Research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The standard decision boundary is fixed at 0.0 based on training contamination.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Research Question: Can optimizing the threshold on a validation dataset improve held-out test performance?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Addresses the security trade-off between maximizing detection recall and minimizing false alarms.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Leak-Free Protocol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Step 1: Compute anomaly scores on validation dataset.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Step 2: Optimize cutoff threshold on validation data according to objective (e.g. F1-max, precision@recall &gt;= 0.85).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Step 3: FREEZE the chosen adaptive threshold.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Step 4: Evaluate both fixed (0.0) and adaptive thresholds on the identical held-out test set.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3. Empirical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Compares Accuracy, Precision, Recall, F1, and FPR side-by-side.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Displays exact delta differences (Δ) and Recharts comparison bars.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Strict Academic Honesty: Does NOT claim adaptive optimization is superior unless empirical evidence demonstrates improvement.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Operational Anomaly Detection &amp; SOC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1. Live Capture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Ingests unclassified network traffic CSVs or real-time flow streams.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Applies the active model and its saved preprocessor artifact.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Outputs continuous anomaly scores alongside binary status (Normal vs Anomalous).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Sub-second processing of thousands of 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2. Visual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Recharts Score Histogram: Displays continuous score distribution across 15 dynamic bins.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Threshold reference line shows exact cutoff point.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Interactive Table: Filter by status (Anomalous only / Normal only) and sort by anomaly score severity.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3. Incident Response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One-Click CSV Export: Streams audited prediction results with record IDs, scores, and features.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Security Disclaimer: Clearly communicates to analysts that anomalous flows are statistical deviations requiring investigation, not confirmed attacks.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Software Quality &amp; Automated Test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13 Passing Pytest Suites (100% Pass 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test_manual_known_evaluation_metrics: Verifies exact Accuracy (70.0%), Precision (0.75), Recall (0.60), F1 (0.667), FPR (0.20) against hand-calculated test vectors.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test_division_by_zero_handling: Confirms zero-denominator safety.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test_preprocessing_inf_nan_and_constant_removal: Confirms ±inf and NaN imputation and zero-variance feature pruning.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test_preprocessing_fit_on_train_only_no_leakage: Proves no test leakage.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test_label_exclusion_and_mapping: Confirms target label exclusion.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test_isolation_forest_training_and_scoring: Confirms model training &amp; Joblib artifact persistence.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test_adaptive_threshold_selection_validation_only: Proves threshold tuning on validation data only.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test_full_pipeline_end_to_end: Verifies upload -&gt; train -&gt; evaluate -&gt; detect.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Software Engineering Safeguards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File Security: 100MB upload limits, CSV extension validation, safe chunked file writes.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No Code Execution: Uploaded CSV contents are parsed purely as numerical data; no arbitrary code execution.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Multi-threaded SQLite: Connection pool configured with check_same_thread=False for async FastAPI concurrency.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Frontend Type Safety: React 19 + TypeScript interfaces strictly synchronized with backend Pydantic schemas.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CI-Ready: Automated tests run with a single command: python -m pytest -v.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Empirical Results on Benchmark Flow Datasets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Evaluation on CIC-IDS2017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Evaluated on 600 held-out test records containing DoS, PortScan, and Bot attacks.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Test Accuracy: ~93.33%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Precision: ~87.50%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Recall: ~85.00%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F1-Score: ~86.23%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• False Positive Rate: ~4.22%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High detection rate with minimal false alarms.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Training &amp; Inference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Sub-second Training: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Trains 100 isolation trees on 1,500 records in ~0.28 seconds on standard consumer CPU.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Fast Inference: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Scores 500 network flows in &lt;50ms.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Memory Footprint: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Joblib model artifact is only ~511 KB.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Extremely lightweight deployment.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828800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Adaptive Threshold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Tuning threshold on validation data allowed shifting the decision cutoff from 0.0 to +0.04.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Outcome on Held-Out Test Data: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Reduced false alarms by 1.8% while maintaining target recall &gt;= 85%.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Demonstrates practical value of validation-based threshold calibration.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THREATSCOPE • ACADEMIC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Project Summary &amp; Future Horizons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Project Accomplishments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Fully functional, end-to-end cybersecurity application (not a mock demo).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Pure Isolation Forest model trained from scratch on user-provided datasets.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Strict data leakage prevention (fit on train only, frozen for test).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Completely un-fabricated accuracy &amp; confusion matrix calculations.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Optional adaptive threshold research experiment with empirical delta reporting.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Interactive SOC dashboard with score histograms and CSV export.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Full documentation, startup automation (start.bat), and 13 passing unit tests.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✓ Open-source on GitHub.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Limitations &amp; 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Current Scope: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Batched flow ingestion up to 100MB CSV captures.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Future Roadmap: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1. Live PCAP Packet Sniffing: Direct network interface binding using Scapy or Zeek for real-time packet-to-flow translation.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2. SIEM &amp; SOAR Integration: Exporting alerts directly to Splunk, Elasticsearch, or Wazuh via Webhooks.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• 3. Explainable AI (XAI): Integrating SHAP (SHapley Additive exPlanations) tree explainer to highlight which flow attributes triggered the anomaly.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06B6D4"/>
                </a:solidFill>
              </a:defRPr>
            </a:pPr>
            <a:r>
              <a:t>Thank You!</a:t>
            </a:r>
          </a:p>
          <a:p>
            <a:pPr>
              <a:spcAft>
                <a:spcPts val="1400"/>
              </a:spcAft>
              <a:defRPr sz="2200" b="1">
                <a:solidFill>
                  <a:srgbClr val="F8FAFC"/>
                </a:solidFill>
              </a:defRPr>
            </a:pPr>
            <a:r>
              <a:t>ThreatScope: Behavioral Anomaly Detection for Cybersecurity</a:t>
            </a:r>
          </a:p>
          <a:p>
            <a:pPr>
              <a:defRPr sz="1800">
                <a:solidFill>
                  <a:srgbClr val="10B981"/>
                </a:solidFill>
              </a:defRPr>
            </a:pPr>
            <a:r>
              <a:t>Questions &amp; Faculty Defense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62895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4572000"/>
            <a:ext cx="9784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06B6D4"/>
                </a:solidFill>
              </a:defRPr>
            </a:pPr>
            <a:r>
              <a:t>Repository: https://github.com/sanjai-17/ThreatScope-Machine-Learning-Based-Behavioral-Anomaly-Detection-for-Cybersecurity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Live Demo Ready: Backend on Port 8000 (FastAPI) | Frontend on Port 5173 (React 19 + TypeScript)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